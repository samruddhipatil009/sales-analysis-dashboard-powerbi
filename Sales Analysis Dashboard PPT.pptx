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41" autoAdjust="0"/>
    <p:restoredTop sz="94660"/>
  </p:normalViewPr>
  <p:slideViewPr>
    <p:cSldViewPr snapToGrid="0">
      <p:cViewPr varScale="1">
        <p:scale>
          <a:sx n="62" d="100"/>
          <a:sy n="62" d="100"/>
        </p:scale>
        <p:origin x="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916A22-D46D-44D0-A651-91ABD64F76B5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C80388-02A5-4AF9-98DF-CE95CB7464D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3766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C80388-02A5-4AF9-98DF-CE95CB7464D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39016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C80388-02A5-4AF9-98DF-CE95CB7464DA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0203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D6946-618E-C2CF-E734-C50DC9E68A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7F114A-DE8F-AA3B-E18B-3F30E81B6F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40FFCE-5229-C1BF-4F2A-1C2D7E2A2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C4BDD-9C53-45ED-A4CC-4FE227213007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35DE5-AC39-BADE-333D-FA9840EFF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773AB-3FEA-83A5-79A3-A0AE46847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7DE68-7ABF-4344-AD3B-461925842C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9077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FA0AB-6BA6-97A9-F437-DDA63BA19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AD7D4-AF98-1C8F-9E45-67272DC81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1B872-7ABD-9A0F-E736-36C40D208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C4BDD-9C53-45ED-A4CC-4FE227213007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847A6F-DEFF-7C68-B89B-A6E326290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2A6E6-3912-3468-D9D0-F4F2E7358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7DE68-7ABF-4344-AD3B-461925842C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3231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613F5-ED39-7534-FFB0-630E5F189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3BBB12-05AE-8FE2-1B16-F5161FD307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48A21C-4352-C498-7867-84E95BB09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C4BDD-9C53-45ED-A4CC-4FE227213007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003B06-F825-AFF0-3332-3AAB64B7F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08AC6-D35E-1AA1-592D-5441663BA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7DE68-7ABF-4344-AD3B-461925842C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4680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F4CE3-E6AE-DB7A-60C0-C60326C49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BC77B-C845-014B-F652-AC4177873C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694A81-FF1B-C142-D0C1-1EDAAEDF2E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5A56DA-DCC6-AC64-CC77-25D0ABDB6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C4BDD-9C53-45ED-A4CC-4FE227213007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B3D511-19A1-5F7B-1561-B8D2A4F94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4255F7-FD3D-5F12-B2E3-C65CD2E49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7DE68-7ABF-4344-AD3B-461925842C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2367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BA774-4768-6DBE-8BE4-018FA2844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612666-73E4-DDA2-B758-1CD4C7981D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132DBB-24AF-C881-CA94-C0AEBECF8A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990379-30C1-3B53-4193-9EA6D39875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9068E7-A95F-7C68-BC16-95A4150DEC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CDB86B-4410-F883-9F6F-03A0F4768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C4BDD-9C53-45ED-A4CC-4FE227213007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AFA6A7-CA31-2D31-A175-88A9AAFFD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589CA2-83CD-6A37-9324-5F985290C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7DE68-7ABF-4344-AD3B-461925842C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2719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AE281-4E1E-E918-BA30-3B4143CD8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03FD4C-0462-730A-B80B-928A34BBB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C4BDD-9C53-45ED-A4CC-4FE227213007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DBA539-1D02-99FD-4750-32C480BC7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D7BEE8-0D8E-8D02-7CCE-63023AEC4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7DE68-7ABF-4344-AD3B-461925842C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5487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0F35E8-66D3-612A-40F1-A18782455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C4BDD-9C53-45ED-A4CC-4FE227213007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42779B-930E-BB77-99C9-DAA05859B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346272-569E-512A-3A19-9E51B519D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7DE68-7ABF-4344-AD3B-461925842C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85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297B6-FAE4-A454-6E0B-F2295CEC4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4B502-B9E9-F422-4409-F6F195166A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768642-F9A9-3FB7-EE7B-D63167E867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F4C97F-A4CC-34E2-AEAB-E3097C102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C4BDD-9C53-45ED-A4CC-4FE227213007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02F8E1-9F4D-8502-52F5-9389DC485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57BEB2-D413-EE21-894F-1DD83F992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7DE68-7ABF-4344-AD3B-461925842C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0224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ED7B0-4B41-3623-85F3-25C6E6949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97AA6F-09AB-BB69-D8A8-7C1D8598C1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FD285-9C76-C849-8480-7B6724F5D7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B98ABD-A4CC-E32C-5ED8-2A7D92423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C4BDD-9C53-45ED-A4CC-4FE227213007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CC7B18-DF37-E378-E78E-62EE9875F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883348-CD1A-CAE1-2474-298BF8123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7DE68-7ABF-4344-AD3B-461925842C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4633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DB3A7-58C3-F45A-580B-6536177EC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0CFE04-CFFD-DA03-5E73-41629A357B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BC59B2-2314-1A44-18A3-CC8265040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C4BDD-9C53-45ED-A4CC-4FE227213007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D4C139-6ADF-DF6C-6482-A08669042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3F5FD-B095-5D9E-5D07-E28923800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7DE68-7ABF-4344-AD3B-461925842C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2880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17D23C-65B4-68FA-EF17-564A3F9683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6ED1DB-C0F6-DFEB-7AAB-BB6D42130A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23D2E-7025-624A-63A9-CA079DB92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C4BDD-9C53-45ED-A4CC-4FE227213007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DE0DB0-2EA5-FCBA-41DA-D417A3359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C85C53-9396-AAB8-6A68-03590249A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7DE68-7ABF-4344-AD3B-461925842C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7729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DD1858-5D3E-B0F2-AFD2-7F2870C43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5ACA0B-F3EF-39AF-E925-8878175F6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AF4160-48BE-3A6C-8DA1-A156A2031E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CC4BDD-9C53-45ED-A4CC-4FE227213007}" type="datetimeFigureOut">
              <a:rPr lang="en-IN" smtClean="0"/>
              <a:t>03-06-2026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10C07-872D-CC1B-29AD-3DA77FAF06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DC87E1-4AFA-E957-9DED-AF411FB938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97DE68-7ABF-4344-AD3B-461925842C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551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554C1-9C1B-FDBD-4939-44133F31B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14909"/>
          </a:xfrm>
        </p:spPr>
        <p:txBody>
          <a:bodyPr>
            <a:normAutofit/>
          </a:bodyPr>
          <a:lstStyle/>
          <a:p>
            <a:r>
              <a:rPr lang="en-US" sz="4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Sales Analysis Dashboard</a:t>
            </a:r>
            <a:endParaRPr lang="en-IN" sz="44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62CB0D-DC4E-030A-7C61-2CDE5D80EF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091346"/>
            <a:ext cx="12192000" cy="2155342"/>
          </a:xfrm>
        </p:spPr>
        <p:txBody>
          <a:bodyPr>
            <a:normAutofit/>
          </a:bodyPr>
          <a:lstStyle/>
          <a:p>
            <a:r>
              <a:rPr lang="en-US" dirty="0"/>
              <a:t>                                                            </a:t>
            </a:r>
            <a:r>
              <a:rPr lang="en-US" dirty="0" err="1"/>
              <a:t>DataX</a:t>
            </a:r>
            <a:r>
              <a:rPr lang="en-US" dirty="0"/>
              <a:t> Labs| Data Analyst Internship  - Task3</a:t>
            </a:r>
          </a:p>
          <a:p>
            <a:r>
              <a:rPr lang="en-US" dirty="0" err="1"/>
              <a:t>DataX</a:t>
            </a:r>
            <a:r>
              <a:rPr lang="en-US" dirty="0"/>
              <a:t> Labs</a:t>
            </a:r>
          </a:p>
          <a:p>
            <a:r>
              <a:rPr lang="en-US" dirty="0"/>
              <a:t>              By-Samruddhi Patil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2800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FDBDE-1F24-311C-11A0-0D4A4DEA6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Objective &amp; Dataset</a:t>
            </a:r>
            <a:endParaRPr lang="en-IN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D54B4-C756-E69C-E46C-49DB71A86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1800" dirty="0"/>
              <a:t>     </a:t>
            </a:r>
            <a:r>
              <a:rPr lang="en-IN" sz="2400" dirty="0"/>
              <a:t>- Build interactive dashboard to </a:t>
            </a:r>
            <a:r>
              <a:rPr lang="en-IN" sz="2400" dirty="0" err="1"/>
              <a:t>analyze</a:t>
            </a:r>
            <a:r>
              <a:rPr lang="en-IN" sz="2400" dirty="0"/>
              <a:t> sales performance for business stakeholders</a:t>
            </a:r>
          </a:p>
          <a:p>
            <a:endParaRPr lang="en-IN" sz="2400" dirty="0"/>
          </a:p>
          <a:p>
            <a:pPr marL="0" indent="0">
              <a:buNone/>
            </a:pPr>
            <a:r>
              <a:rPr lang="en-IN" sz="2400" dirty="0"/>
              <a:t>     - Dataset: Superstore Sales Data from Kaggle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     - Records: 9,994 | Columns: 21 | Period: 2014-2017  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    - Tools Used: Power BI, DAX</a:t>
            </a:r>
          </a:p>
          <a:p>
            <a:endParaRPr lang="en-IN" sz="2400" dirty="0"/>
          </a:p>
          <a:p>
            <a:pPr marL="0" indent="0">
              <a:buNone/>
            </a:pPr>
            <a:r>
              <a:rPr lang="en-IN" sz="2400" dirty="0"/>
              <a:t>    - Key KPIs: Total Sales, Profit, Quantity, Discount</a:t>
            </a:r>
          </a:p>
        </p:txBody>
      </p:sp>
    </p:spTree>
    <p:extLst>
      <p:ext uri="{BB962C8B-B14F-4D97-AF65-F5344CB8AC3E}">
        <p14:creationId xmlns:p14="http://schemas.microsoft.com/office/powerpoint/2010/main" val="1170292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C2AE00-ACE4-8C49-BA9D-71506F9203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3866" y="1089060"/>
            <a:ext cx="9359757" cy="4006921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E93CAE-4DE2-6A60-96A8-260F560BA798}"/>
              </a:ext>
            </a:extLst>
          </p:cNvPr>
          <p:cNvSpPr txBox="1"/>
          <p:nvPr/>
        </p:nvSpPr>
        <p:spPr>
          <a:xfrm>
            <a:off x="1643866" y="5219273"/>
            <a:ext cx="93597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- Interactive KPIs: Total Sales $2.3M, Profit $286K, Orders 5K+, AOV $458</a:t>
            </a:r>
          </a:p>
          <a:p>
            <a:r>
              <a:rPr lang="en-IN" dirty="0"/>
              <a:t>- Key Filters: Region, Segment, Category, Year for dynamic analysis</a:t>
            </a:r>
          </a:p>
          <a:p>
            <a:r>
              <a:rPr lang="en-IN" dirty="0"/>
              <a:t>- Top Visuals: Sales by Region, Profit by Segment, Monthly Sales Trend  </a:t>
            </a:r>
          </a:p>
          <a:p>
            <a:r>
              <a:rPr lang="en-IN" dirty="0"/>
              <a:t>- Drill-down: Category → Sub-Category analysis enabled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FD92BB-B9A7-C78A-F467-57667120ED46}"/>
              </a:ext>
            </a:extLst>
          </p:cNvPr>
          <p:cNvSpPr txBox="1"/>
          <p:nvPr/>
        </p:nvSpPr>
        <p:spPr>
          <a:xfrm>
            <a:off x="922962" y="84455"/>
            <a:ext cx="1034607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Dashboard Overview</a:t>
            </a:r>
            <a:endParaRPr lang="en-IN" sz="40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92450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84084-0D34-4995-FC46-CF984142B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 Insights &amp; Recommendation</a:t>
            </a:r>
            <a:endParaRPr lang="en-IN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30D6B-E0AF-23FE-39E6-B9AE12FC5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- West Region dominates sales with 31.58%, while South lags at 15.64%   growth opportunity</a:t>
            </a:r>
          </a:p>
          <a:p>
            <a:pPr marL="0" indent="0">
              <a:buNone/>
            </a:pPr>
            <a:r>
              <a:rPr lang="en-US" sz="2400" dirty="0"/>
              <a:t>- Consumer segment contributes 50.56% of total sales, making it the key revenue driver</a:t>
            </a:r>
          </a:p>
          <a:p>
            <a:pPr marL="0" indent="0">
              <a:buNone/>
            </a:pPr>
            <a:r>
              <a:rPr lang="en-US" sz="2400" dirty="0"/>
              <a:t>- Phones, Chairs &amp; Storage are top-performing sub-categories; Tables &amp; Bookcases underperform</a:t>
            </a:r>
          </a:p>
          <a:p>
            <a:pPr marL="0" indent="0">
              <a:buNone/>
            </a:pPr>
            <a:r>
              <a:rPr lang="en-US" sz="2400" dirty="0"/>
              <a:t>- California, Texas &amp; New York are highest contributing states - focus marketing efforts here</a:t>
            </a:r>
          </a:p>
          <a:p>
            <a:pPr marL="0" indent="0">
              <a:buNone/>
            </a:pPr>
            <a:r>
              <a:rPr lang="en-US" sz="2400" dirty="0"/>
              <a:t>- Recommendation: Review discount strategy as $1.56K discount only yielded $286K profit on $2.30M sales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309477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16D8C-39CE-CD28-B4C0-0740AD2DF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 </a:t>
            </a:r>
            <a:endParaRPr lang="en-IN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9422F-4BD6-470A-4791-3C49EB040D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                                             Samruddhi Patil</a:t>
            </a:r>
          </a:p>
          <a:p>
            <a:pPr marL="0" indent="0">
              <a:buNone/>
            </a:pPr>
            <a:r>
              <a:rPr lang="en-IN" dirty="0"/>
              <a:t>                                             Data Analyst Intern</a:t>
            </a:r>
          </a:p>
          <a:p>
            <a:pPr marL="0" indent="0">
              <a:buNone/>
            </a:pPr>
            <a:r>
              <a:rPr lang="en-IN" dirty="0"/>
              <a:t>                                             samruddhip009@gmail.com</a:t>
            </a:r>
          </a:p>
        </p:txBody>
      </p:sp>
    </p:spTree>
    <p:extLst>
      <p:ext uri="{BB962C8B-B14F-4D97-AF65-F5344CB8AC3E}">
        <p14:creationId xmlns:p14="http://schemas.microsoft.com/office/powerpoint/2010/main" val="12909092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236</Words>
  <Application>Microsoft Office PowerPoint</Application>
  <PresentationFormat>Widescreen</PresentationFormat>
  <Paragraphs>33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Sales Analysis Dashboard</vt:lpstr>
      <vt:lpstr>Objective &amp; Dataset</vt:lpstr>
      <vt:lpstr>PowerPoint Presentation</vt:lpstr>
      <vt:lpstr>Key Insights &amp; Recommendation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samruddhip009@gmail.com</dc:creator>
  <cp:lastModifiedBy>samruddhip009@gmail.com</cp:lastModifiedBy>
  <cp:revision>1</cp:revision>
  <dcterms:created xsi:type="dcterms:W3CDTF">2026-06-03T09:47:51Z</dcterms:created>
  <dcterms:modified xsi:type="dcterms:W3CDTF">2026-06-03T09:47:59Z</dcterms:modified>
</cp:coreProperties>
</file>